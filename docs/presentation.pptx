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324F"/>
                </a:solidFill>
              </a:rPr>
              <a:t>GlucoTwin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An Explainable, Personalized Glucose Digital Twin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Digital Twin Challenge 2026 · Team/institution: [fill 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GlucoTwin · Synthetic research prototype · Not clinically validated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324F"/>
                </a:solidFill>
              </a:rPr>
              <a:t>Problem &amp; intended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Glucose trajectories change between visits. A single measurement cannot show short-term behavior.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Goal: fuse historical context with a dynamic glucose stream and forecast near-term values for research review.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GlucoTwin · Synthetic research prototype · Not clinically validated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324F"/>
                </a:solidFill>
              </a:rPr>
              <a:t>Research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Healthcare digital twins are an emerging field. Reviews highlight interoperability, data quality, privacy, ethics and clinical validation.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Existing examples include Twin Health (commercial personalized metabolic health) and academic digital-twin research.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GlucoTwin · Synthetic research prototype · Not clinically validated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324F"/>
                </a:solidFill>
              </a:rPr>
              <a:t>Opportunity &amp;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Integration-focused PoC: auditable virtual state, input-quality gates, forecast history, explanations, uncertainty signaling and reproducible benchmark.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Not a claim that glucose forecasting or digital twins are novel.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GlucoTwin · Synthetic research prototype · Not clinically validated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324F"/>
                </a:solidFill>
              </a:rPr>
              <a:t>Prediction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Input: previous 12 five-minute glucose readings (60 minutes).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Benchmark target: glucose 30 minutes after input window.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Dashboard forecast: recursive next-step trajectory up to 120 minutes.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No diagnosis or treatment recommendation.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GlucoTwin · Synthetic research prototype · Not clinically validated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324F"/>
                </a:solidFill>
              </a:rPr>
              <a:t>Data and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Included: one fictional profile and 288 synthetic glucose readings.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External candidates: DiaTrend (access/terms must be verified); Synthea for synthetic EHR structure.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No real CGM data downloaded or evaluated.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GlucoTwin · Synthetic research prototype · Not clinically validated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324F"/>
                </a:solidFill>
              </a:rPr>
              <a:t>Architecture and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Historical profile + dynamic glucose stream → ingestion/validation → virtual state → quality gate + forecast → explanation/audit → dashboard.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Historical context is visible in state/UI but not used as model feature in this version.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GlucoTwin · Synthetic research prototype · Not clinically validated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324F"/>
                </a:solidFill>
              </a:rPr>
              <a:t>Dynamic twin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Load SYNTH-001 → inspect source labels → forecast → ingest later reading → state updates and prior forecast clears → generate new forecast.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Invalid/duplicate/out-of-order readings are rejected and audited.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GlucoTwin · Synthetic research prototype · Not clinically validated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324F"/>
                </a:solidFill>
              </a:rPr>
              <a:t>Evaluation (synthetic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Patient-separated split: 18 train IDs / 6 held-out IDs; 10,494 train windows / 3,498 test windows.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Persistence: MAE 9.468, RMSE 12.304, R² 0.434.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HistGradientBoosting: MAE 7.003, RMSE 8.975, R² 0.6988.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Synthetic data only; not clinical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GlucoTwin · Synthetic research prototype · Not clinically validated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324F"/>
                </a:solidFill>
              </a:rPr>
              <a:t>Reliability, tests,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Quality checks: malformed/duplicate/out-of-order inputs, stale stream, low observation count, gaps.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8 automated tests passed in the local environment.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Uncertainty band is heuristic, not calibrated; explanation is descriptive, not causal/SHAP.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GlucoTwin · Synthetic research prototype · Not clinically validated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324F"/>
                </a:solidFill>
              </a:rPr>
              <a:t>Responsible use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Research/education only; no medical device claims. Do not use for insulin/medication decisions.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Next: authorized real CGM data, verify dataset licensing, calibration on validation data, external evaluation, clinician review, robustness analysis.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GlucoTwin · Synthetic research prototype · Not clinically validated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6324F"/>
                </a:solidFill>
              </a:rPr>
              <a:t>Demo &amp; repository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Run: pip install -r requirements.txt; streamlit run app/dashboard.py; pytest -q; python scripts/evaluate.py.</a:t>
            </a:r>
          </a:p>
          <a:p>
            <a:pPr>
              <a:spcAft>
                <a:spcPts val="1600"/>
              </a:spcAft>
            </a:pPr>
            <a:r>
              <a:rPr sz="2000">
                <a:solidFill>
                  <a:srgbClr val="2D3741"/>
                </a:solidFill>
              </a:rPr>
              <a:t>Repository/video/team fields must be completed by team. Demo video plan: README.md (20:30+).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GlucoTwin · Synthetic research prototype · Not clinically validated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